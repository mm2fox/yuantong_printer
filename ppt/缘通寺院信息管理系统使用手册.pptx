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缘通寺院信息管理系统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使用手册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系统概述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缘通寺院信息管理系统是一款专为寺院设计的综合管理软件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采用前后端分离架构，前端使用Vue3 + Element Plus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后端使用FastAPI + SQLite，轻量级部署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支持多用户、多寺庙管理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提供法会登记、施主管理、打印模板等核心功能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界面简洁美观，操作便捷高效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前端技术栈：Vue 3 + Vite + Element Plus + Pinia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后端技术栈：FastAPI + SQLAlchemy + SQLite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打印功能：支持自定义模板，可连接扫描仪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安全机制：JWT认证 + 权限管理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部署方式：支持独立部署，可打包为单机应用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一、登录系统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选择用户：从下拉列表选择用户名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输入密码：输入对应用户的密码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默认管理员账号：admin / admin123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二、法会记录查询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fahui_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多条件搜索：法会名称、施主姓名、编号等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日期范围筛选：支持开始和结束日期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牌位类型筛选：大牌、中牌、小牌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类型筛选：延生/往生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打印状态筛选：已打印/未打印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支持批量标记打印状态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支持导出CSV文件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三、施主查询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shizhu_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按施主姓名或编号搜索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查看施主的详细法会记录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支持查看历史登记信息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快速定位施主相关数据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四、法会登记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fahui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新增法会登记记录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选择法会：从已有法会中选择或新增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选择施主：搜索选择或新增施主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填写姓名信息：最多5个姓名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选择牌位类型：大牌、中牌、小牌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选择类型：延生或往生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填写金额和登记日期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支持编辑和删除记录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四、法会登记 - 新增登记弹窗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a_fahui_register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法会选择：下拉选择已有法会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施主选择：搜索或新增施主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姓名填写：最多填写5个姓名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牌位类型：大牌、中牌、小牌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类型选择：延生或往生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金额输入：功德金金额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登记日期：默认当天，可修改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五、施主管理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shizhu_ma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新增、编辑、删除施主信息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施主编号自动生成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记录联系方式和地址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功德主标记功能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佛光接引、阳上、佛光注照信息管理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查看施主的法会记录历史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五、施主管理 - 新增施主弹窗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a_shizhu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施主姓名：必填项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联系电话：可选填写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地址：可选填写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功德主：是否标记为功德主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佛光接引、阳上、佛光注照：往生牌位信息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支持双击表格行快速编辑姓名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六、法会管理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fahui_ma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管理所有法会信息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设置法会名称、日期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设置功德金标准（大/中/小牌）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查看法会登记统计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六、法会管理 - 新增法会弹窗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a_fahui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法会名称：如'华严法会'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开始日期：法会开始时间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结束日期：法会结束时间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功德金标准：设置大/中/小牌的功德金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备注：可选填写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七、打印管理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print_ma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延生法会打印：打印延生牌位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往生法会打印：打印往生牌位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支持选择打印模板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批量打印功能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打印预览功能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八、打印模板管理（管理员）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print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创建和管理打印模板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支持扫描仪扫描底图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自定义页面尺寸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自定义字体和字号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姓名区域位置调整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阳上区域设置（往生牌位）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预览和打印测试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八、打印模板 - 新增/编辑模板弹窗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a_template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模板名称：自定义模板名称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模板类型：延生牌位/往生牌位/佛事牌子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牌位类型：大牌/中牌/小牌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是否启用：控制模板是否可用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扫描底图：支持扫描仪或上传图片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八、打印模板 - 页面与姓名设置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a_template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页面设置：自定义宽度和高度（毫米）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字体选择：华文行楷、宋体、黑体、楷体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姓名字号：调整姓名字体大小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姓名间距：多个姓名之间的间距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区域上边距：姓名区域距离顶部的位置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底图透明度：调整底图显示透明度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九、用户数据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use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查看个人操作记录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查看个人统计数据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管理个人相关信息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十、用户管理（管理员）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_user_ma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新增、编辑、删除用户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设置用户角色：管理员/普通用户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分配用户所属寺庙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重置用户密码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设置用户权限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启用/禁用用户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十、用户管理 - 新增用户弹窗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a_user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用户名：登录账号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密码：初始密码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姓名：用户真实姓名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角色：管理员或普通用户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所属寺庙：分配用户管理的寺庙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是否启用：控制用户是否可登录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十一、寺庙管理（管理员）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_temple_ma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新增、编辑、删除寺庙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设置寺庙名称、地址、联系电话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查看各寺庙用户数量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有用户的寺庙无法删除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十二、系统日志（管理员）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system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查看系统操作日志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记录用户登录、操作等行为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支持日志筛选和查询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便于系统审计和问题追踪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十三、数据库管理（管理员）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3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数据库备份功能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数据库恢复功能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查看数据库状态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数据导出功能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常见问题解答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Q: 忘记密码怎么办？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A: 请联系管理员重置密码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Q: 如何添加新法会？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A: 在法会登记页面点击法会名称旁的'新增'按钮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Q: 如何自定义打印模板？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A: 进入打印模板管理，可以扫描已有牌位作为底图参考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Q: 数据存储在哪里？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A: 数据存储在SQLite数据库中，位于backend目录下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技术支持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系统版本：v1.0.0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开发框架：Vue 3 + FastAPI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数据库：SQLite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如遇问题，请联系系统管理员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或查看项目文档获取更多帮助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缘通寺院信息管理系统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